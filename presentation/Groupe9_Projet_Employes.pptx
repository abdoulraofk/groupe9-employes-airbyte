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drage" id="{224ea8de-28b2-7922-6148-3923ae293f54}">
          <p14:sldIdLst>
            <p14:sldId id="257"/>
          </p14:sldIdLst>
        </p14:section>
        <p14:section name="Default-1" id="{ad4ab65c-d90c-5115-e176-1bf9b5d33f5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9 — SI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94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6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composants et services web —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6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6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de consultation des employés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947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MySQL → PostgreSQL avec Airbyte, exposée par une API Flask en lecture seule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15 — Projet Développement à base de composants et services web (2026)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 Gérard  ·  KUELA Abdoul Raof  ·  KERE Wend-panga Georges Fabrice  ·  KIEKIETA Mohamed  ·  SAWADOGO Ibrahim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IBAM / UJKZ — Sécurité informatique, Groupe 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6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et périmètre du thème 15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90472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consultation des employés, données répliquées de MySQL vers PostgreSQL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12264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848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employés, services, fonctions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34056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066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réplique les tables nécessaires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284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Flask en lecture seule, avec filtres et pagination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50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matricule, service et fonction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572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source visible dans l'API après synchronisation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221224"/>
            <a:ext cx="384048" cy="384048"/>
          </a:xfrm>
          <a:prstGeom prst="ellipse">
            <a:avLst/>
          </a:prstGeom>
          <a:solidFill>
            <a:srgbClr val="2E6F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1937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fraîcheur des données documentées</a:t>
            </a:r>
            <a:endParaRPr lang="en-US" sz="145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 la chaîne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2194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7FA6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rh_source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 RH, écriture)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21945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2194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Airbyte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7889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| Deduped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= updated_at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21945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194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3FA7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889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rh_target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(entrepôt de consultation)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64040" y="21945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64040" y="21945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E6F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64040" y="21945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Flask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7889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852928" y="2834640"/>
            <a:ext cx="201168" cy="274320"/>
          </a:xfrm>
          <a:prstGeom prst="rightArrow">
            <a:avLst/>
          </a:prstGeom>
          <a:solidFill>
            <a:srgbClr val="C9D7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4728" y="2834640"/>
            <a:ext cx="201168" cy="274320"/>
          </a:xfrm>
          <a:prstGeom prst="rightArrow">
            <a:avLst/>
          </a:prstGeom>
          <a:solidFill>
            <a:srgbClr val="C9D7EC"/>
          </a:solidFill>
          <a:ln/>
        </p:spPr>
      </p:sp>
      <p:sp>
        <p:nvSpPr>
          <p:cNvPr id="21" name="Shape 19"/>
          <p:cNvSpPr/>
          <p:nvPr/>
        </p:nvSpPr>
        <p:spPr>
          <a:xfrm>
            <a:off x="8796528" y="2834640"/>
            <a:ext cx="201168" cy="274320"/>
          </a:xfrm>
          <a:prstGeom prst="rightArrow">
            <a:avLst/>
          </a:prstGeom>
          <a:solidFill>
            <a:srgbClr val="C9D7E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 écriture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1691640"/>
            <a:ext cx="228600" cy="320040"/>
          </a:xfrm>
          <a:prstGeom prst="downArrow">
            <a:avLst/>
          </a:prstGeom>
          <a:solidFill>
            <a:srgbClr val="C9D7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moindre privilège : </a:t>
            </a:r>
            <a:pPr indent="0" marL="0">
              <a:buNone/>
            </a:pPr>
            <a:r>
              <a:rPr lang="en-US" sz="13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MySQL airbyte_reader (SELECT seul) pour l'extraction, rôle PostgreSQL api_reader (SELECT seul) pour l'API.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reproductible : </a:t>
            </a:r>
            <a:pPr indent="0" marL="0">
              <a:buNone/>
            </a:pPr>
            <a:r>
              <a:rPr lang="en-US" sz="13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PostgreSQL + API orchestrés par docker-compose.yml ; Airbyte suit sa propre procédure d'installation documentée (airbyte/README.md).</a:t>
            </a:r>
            <a:endParaRPr lang="en-US" sz="135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(PK)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email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service_id, fonction_id (FK)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date_embauche, actif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(cursor)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0" y="14630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1488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(cursor)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46304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463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488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libelle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(cursor)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employés, 5 services, 6 fonctions dans le jeu de données de démonstration (db/mysql/init/02_seed.sql). updated_at sert de cursor Airbyte pour la synchronisation incrémentale ; matricule / id servent de clé de déduplication.</a:t>
            </a:r>
            <a:endParaRPr lang="en-US" sz="135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Réplication Airbyte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abctl (pile dédiée, hors docker-compose principal)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MySQL : utilisateur airbyte_reader, lecture seule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PostgreSQL : schéma public, mêmes noms de tables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rh_source → rh_target configurée par script (configure_airbyte.py) ou via l'UI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0" y="146304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de synchronisation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| Deduped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field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25694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primaire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/ id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cible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3410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8313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(démo)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46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de développement (ajout non demandé par l'énoncé) : </a:t>
            </a:r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scripts/sync_mysql_to_postgres.py reproduit le même schéma cible (colonnes _airbyte_raw_id / _airbyte_extracted_at / _airbyte_meta), pour développer et démontrer la chaîne quand la pile Airbyte complète n'est pas disponible.</a:t>
            </a:r>
            <a:endParaRPr lang="en-US" sz="13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— routes et pagination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83464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de l'API et de la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/api/v1/employes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paginée, filtres matricule / service / fonction / nom / actif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/api/v1/employes/&lt;matricule&gt;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 d'un employé (404 si absent)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/api/v1/fonctions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fonctions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/api/v1/meta/freshness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Dernière synchronisation connue, par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262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074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(défaut 1), per_page (défaut 20, max 100).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{ data, page, per_page, total, total_pages }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80760" y="45262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5508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route POST/PUT/DELETE exposée. Rôle PostgreSQL api_reader en SELECT seul : la contrainte est appliquée au niveau base, pas seulement dans le code.</a:t>
            </a:r>
            <a:endParaRPr lang="en-US" sz="125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fraîcheur des données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ne lit jamais MySQL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écriture source n'apparaît qu'après le prochain cycle de synchronisation Airbyte (5 min en démo, ou déclenchement manuel).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7614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/api/v1/meta/freshness rend la latence explicite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_airbyte_extracted_at et âge en secondes, par table — un age_seconds élevé signale des données potentiellement périmées.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9502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Suppressions non propagées automatiquement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 Incremental | Deduped détecte les créations/modifications via le cursor, pas les suppressions physiques : le projet utilise un indicateur actif plutôt qu'une suppression.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138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par transaction, pas inter-requêtes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upsert est transactionnel côté PostgreSQL, mais deux requêtes API successives peuvent chevaucher un cycle de synchronisation.</a:t>
            </a:r>
            <a:endParaRPr lang="en-US" sz="12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de bout en bout — résultat obtenu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3FA7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mysql postgres api — 3 conteneurs sains, API /health = 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3FA7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148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employés / 5 services / 6 fonctions répliqués vers 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3FA7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34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/employes?service=FIN → 5 résultats ; ?fonction=DEV, ?matricule=EMP00... conformes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3FA7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source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employes SET nom=... côté MySQL ; l'API renvoie encore l'ancienne valeur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3FA7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déclenché ; GET /employes/EMP0001 renvoie la nouvelle valeur, age_seconds ≈ 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validée de bout en bout : MySQL → (Airbyte / repli documenté) → PostgreSQL → API</a:t>
            </a:r>
            <a:endParaRPr lang="en-US" sz="14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reproductible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Dépôt Git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Dockerfiles, docker-compose.yml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d'init (MySQL source, PostgreSQL cible)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: architecture, prérequis, procédure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(pytest) et scénario de bout en bout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et procédure Airbyte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PowerPoint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38100" dir="5400000">
              <a:srgbClr val="1B2A4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5508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1945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&lt;dépôt&gt; &amp;&amp; cd groupe9-employes-airbyte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 mysql postgres api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--profile dev-sync up -d sync-fallback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http://localhost:5000/api/v1/health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4526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suit sa procédure d'installation propre (airbyte/README.md) : pile dédiée (abctl), ressources recommandées 4 CPU / 8 Go RAM, configuration automatisable via configure_airbyte.py.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114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et démontrée : extraction MySQL, réplication Airbyte documentée et scriptée, consultation PostgreSQL via une API Flask strictement en lecture seule, avec fraîcheur des données explicite.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A6C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e9 RH">
  <a:themeElements>
    <a:clrScheme name="Groupe9 RH">
      <a:dk1>
        <a:srgbClr val="1B2A4A"/>
      </a:dk1>
      <a:lt1>
        <a:srgbClr val="FFFFFF"/>
      </a:lt1>
      <a:dk2>
        <a:srgbClr val="0F1A33"/>
      </a:dk2>
      <a:lt2>
        <a:srgbClr val="EAF0FB"/>
      </a:lt2>
      <a:accent1>
        <a:srgbClr val="2E6F8E"/>
      </a:accent1>
      <a:accent2>
        <a:srgbClr val="3FA7A0"/>
      </a:accent2>
      <a:accent3>
        <a:srgbClr val="F2A541"/>
      </a:accent3>
      <a:accent4>
        <a:srgbClr val="7FA6C9"/>
      </a:accent4>
      <a:accent5>
        <a:srgbClr val="5C7AA6"/>
      </a:accent5>
      <a:accent6>
        <a:srgbClr val="C9D7EC"/>
      </a:accent6>
      <a:hlink>
        <a:srgbClr val="2E6F8E"/>
      </a:hlink>
      <a:folHlink>
        <a:srgbClr val="5C7AA6"/>
      </a:folHlink>
    </a:clrScheme>
    <a:fontScheme name="Groupe9 R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IBAM / UJKZ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2026-10-29T15:26:46Z</dcterms:created>
  <dcterms:modified xsi:type="dcterms:W3CDTF">2026-10-29T15:26:46Z</dcterms:modified>
</cp:coreProperties>
</file>